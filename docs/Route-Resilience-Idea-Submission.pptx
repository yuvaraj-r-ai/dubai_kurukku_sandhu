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5C4A23-0C6B-4DB0-8651-BB889FB87AEB}">
  <a:tblStyle styleId="{B25C4A23-0C6B-4DB0-8651-BB889FB87AE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GoogleSansMedium-regular.fntdata"/><Relationship Id="rId18" Type="http://schemas.openxmlformats.org/officeDocument/2006/relationships/font" Target="fonts/GoogleSansMedium-bold.fntdata"/><Relationship Id="rId19" Type="http://schemas.openxmlformats.org/officeDocument/2006/relationships/font" Target="fonts/GoogleSansMedium-italic.fntdata"/><Relationship Id="rId20" Type="http://schemas.openxmlformats.org/officeDocument/2006/relationships/font" Target="fonts/GoogleSansMedium-boldItalic.fntdata"/><Relationship Id="rId21" Type="http://schemas.openxmlformats.org/officeDocument/2006/relationships/font" Target="fonts/GoogleSans-regular.fntdata"/><Relationship Id="rId22" Type="http://schemas.openxmlformats.org/officeDocument/2006/relationships/font" Target="fonts/GoogleSans-bold.fntdata"/><Relationship Id="rId23" Type="http://schemas.openxmlformats.org/officeDocument/2006/relationships/font" Target="fonts/GoogleSans-italic.fntdata"/><Relationship Id="rId24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 Dubai_Kurukku_sandhu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 Route Resilience — Occlusion-Robust Road Extraction &amp; Graph-Theoretic Criticality Analysis for Urban Mobility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 ________________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{B25C4A23-0C6B-4DB0-8651-BB889FB87AEB}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 ________________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 ________________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 ________________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 ________________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 ________________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 ________________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 ________________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 ________________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b="0" i="0" lang="en-GB" sz="64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Opportunity — what makes this different</a:t>
            </a:r>
            <a:endParaRPr b="0" i="0" sz="64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Different: we optimise road CONNECTIVITY (clDice topology loss) and HEAL broken masks into a routable graph — not just ship pixel masks like standard extractors.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Solves the problem: sees through canopy/shadow occlusions, reconnects gaps, then flags the intersections whose failure would break the city.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USP: cycle-preserving graph healing + a global-efficiency Resilience Index + a plain-English LangGraph assistant for non-technical planners.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Occlusion-robust road segmentation (U-Net/SegFormer + topology-preserving clDice loss).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Topological healing: skeletonize + RDP cleanup + cycle-preserving gated gap-bridging → connected, weighted, routable graph.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Criticality map: betweenness centrality flags 'Gatekeeper Nodes' / bottlenecks.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Node-ablation stress test → Resilience Index (global network efficiency, survives disconnection).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Interactive dashboard: click a node to disable it → live reroute + travel-time increase.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Conversational LangGraph/LangChain assistant (Claude) — ask resilience questions in plain English.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Imagery → Segmentation → Topological Healing → Graph Analysis → Interactive Dashboard.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3" name="Picture 82" descr="Prob4ShortD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154" y="1920240"/>
            <a:ext cx="362769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 / Mock of the dashboard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Dark urban map; road network glows blue; key intersections pulse red, scaled by betweenness centrality.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Side chat panel: user asks 'if the main highway floods, what happens?' — map greys out the closure, highlights detours, shows the Resilience Index drop.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95" name="Picture 94" descr="Prob4Extensive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114" y="1463040"/>
            <a:ext cx="853771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ML / CV: PyTorch, segmentation-models-pytorch, Albumentations.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Geospatial / Graph: Rasterio, GDAL, scikit-image, sknw, NetworkX, OSMnx.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App / AI: Streamlit, folium/Leaflet, LangGraph, LangChain, Anthropic Claude.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Data: Cartosat-3 (primary) + pan-sharpened LISS-IV; Sentinel-2 / DeepGlobe / SpaceNet (pre-train); OSM ground truth.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Compute: 1 owned GPU workstation for fine-tuning — ~zero incremental cost.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LLM API (Claude) for the assistant: a few dollars for the demo.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Data: open datasets + OSM are free; Cartosat-3 provided at the event.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>Graph analysis + dashboard: CPU-only — no cloud cost.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