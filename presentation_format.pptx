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5C4A23-0C6B-4DB0-8651-BB889FB87AEB}">
  <a:tblStyle styleId="{B25C4A23-0C6B-4DB0-8651-BB889FB87AE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{B25C4A23-0C6B-4DB0-8651-BB889FB87AEB}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